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BB8C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8BB8CC"/>
                </a:solidFill>
                <a:latin typeface="Arial"/>
              </a:rPr>
              <a:t>Churn Rate by Contract Type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Month-to-Month</c:v>
                  </c:pt>
                  <c:pt idx="1">
                    <c:v>One Year</c:v>
                  </c:pt>
                  <c:pt idx="2">
                    <c:v>Two Year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</c:v>
                </c:pt>
                <c:pt idx="1">
                  <c:v>11.3</c:v>
                </c:pt>
                <c:pt idx="2">
                  <c:v>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B8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0A3A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B8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2E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2286000"/>
            <a:ext cx="2560320" cy="256032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PORTFOLIO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Telco Customer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Churn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B8CC"/>
                </a:solidFill>
              </a:rPr>
              <a:t>Turning raw churn data into actionable business insights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2560320" cy="91440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950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26.5%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CC"/>
                </a:solidFill>
              </a:rPr>
              <a:t>Overall Churn 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3931920"/>
            <a:ext cx="2560320" cy="91440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3950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$139K+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9184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CC"/>
                </a:solidFill>
              </a:rPr>
              <a:t>Monthly Revenue at Risk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3931920"/>
            <a:ext cx="2560320" cy="91440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3950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3 Months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2648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CC"/>
                </a:solidFill>
              </a:rPr>
              <a:t>Peak Churn Window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BUSINESS 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Churn Analysis Matters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97480" cy="320040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269748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916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Revenue Impact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</a:rPr>
              <a:t>Every churned customer represents lost recurring revenue. Retaining existing customers costs 5× less than acquiring new ones.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697480" cy="320040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508760"/>
            <a:ext cx="269748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6916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83280" y="2423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Business Question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83464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</a:rPr>
              <a:t>Which customers are most likely to churn — and what actions can reduce that risk before it's too late?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508760"/>
            <a:ext cx="2697480" cy="320040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508760"/>
            <a:ext cx="269748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6916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63640" y="2423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Our Approach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83464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</a:rPr>
              <a:t>Segment customers by contract, payment method, tenure, and service type to find patterns that drive churn.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KEY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the Data Reveals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17320"/>
          <a:ext cx="5029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417320"/>
            <a:ext cx="320040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141732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585216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42.7%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85216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8CC"/>
                </a:solidFill>
              </a:rPr>
              <a:t>Month-to-month churn rate — 15× higher than two-year contracts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0" y="2606040"/>
            <a:ext cx="320040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260604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585216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45%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85216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8CC"/>
                </a:solidFill>
              </a:rPr>
              <a:t>Electronic check users churn at highest rate of any payment method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0" y="3794760"/>
            <a:ext cx="320040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69280" y="379476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886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6+ mo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852160" y="4297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8CC"/>
                </a:solidFill>
              </a:rPr>
              <a:t>Customer tenure before churn risk drops below average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REVENUE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Quantifying the Cost of Churn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329184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9202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C39A"/>
                </a:solidFill>
              </a:rPr>
              <a:t>$139,130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2880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B8CC"/>
                </a:solidFill>
              </a:rPr>
              <a:t>Monthly revenue lost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B8CC"/>
                </a:solidFill>
              </a:rPr>
              <a:t>to churned customers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566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Avg. $65/month per churned customer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3931920" cy="100584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554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1,869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</a:rPr>
              <a:t>Total churned customers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606040"/>
            <a:ext cx="3931920" cy="100584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26.5%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20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</a:rPr>
              <a:t>Overall churn rate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749040"/>
            <a:ext cx="3931920" cy="100584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18 mo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029200" y="4297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</a:rPr>
              <a:t>Avg. tenure of churned customers vs 37 mo for retained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 Actionable Steps to Reduce Churn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819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2588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Push Annual Contracts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</a:rPr>
              <a:t>Month-to-month churn is 15× higher than two-year plans. Offer a 10–15% discount to convert monthly customers to annual — ROI turns positive within 3 months.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841248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65176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249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2588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Convert Electronic Check Users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3154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</a:rPr>
              <a:t>Electronic check customers churn at 45%. Incentivize auto-pay enrollment with a small monthly credit. Removes friction and signals commitment.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94760"/>
            <a:ext cx="841248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9476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679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2588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New Customer Early Engagement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</a:rPr>
              <a:t>Churn spikes in months 1–3. Trigger a proactive outreach sequence at Day 7, Day 30, and Day 90 to address concerns before cancellation decisions are made.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TOOLS USED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8BB8CC"/>
                </a:solidFill>
              </a:rPr>
              <a:t>Python (Pandas, Seaborn, Matplotlib)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8BB8CC"/>
                </a:solidFill>
              </a:rPr>
              <a:t>Jupyter Notebook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8BB8CC"/>
                </a:solidFill>
              </a:rPr>
              <a:t>IBM Telco Dataset (Kaggle)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8BB8CC"/>
                </a:solidFill>
              </a:rPr>
              <a:t>Data cleaning module (src/telco_churn)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Have a dataset and a business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question? Let's talk.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B8CC"/>
                </a:solidFill>
              </a:rPr>
              <a:t>One-time delivery · No maintenance required · Results in plain English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Customer Churn Analysis</dc:title>
  <dc:subject>PptxGenJS Presentation</dc:subject>
  <dc:creator>PptxGenJS</dc:creator>
  <cp:lastModifiedBy>PptxGenJS</cp:lastModifiedBy>
  <cp:revision>1</cp:revision>
  <dcterms:created xsi:type="dcterms:W3CDTF">2026-04-11T06:49:12Z</dcterms:created>
  <dcterms:modified xsi:type="dcterms:W3CDTF">2026-04-11T06:49:12Z</dcterms:modified>
</cp:coreProperties>
</file>